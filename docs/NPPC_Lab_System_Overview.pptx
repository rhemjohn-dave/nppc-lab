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6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NPPC Laboratory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0F5"/>
                </a:solidFill>
                <a:latin typeface="Calibri"/>
              </a:rPr>
              <a:t>End-to-end lab workflow: intake → costing → JO approval → analysis → result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System overview  ·  Roles &amp; functions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What the system is and what it solves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End-to-end laboratory workflow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Four main roles: Admin, Receiving, Analyst, Head Analysis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Core modules and daily functions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Documents: Job Order / RFA vs result forms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Key operating rules (assignment, print, release)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What is this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Laboratory Information Management for NPPC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Receive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Customer requests via public intake kiosk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Samples, packages, and test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Encode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Analysts enter results on a shared work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Official RFA and result PDF overlays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118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1188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Head releases results; ready for pickup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118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611880"/>
            <a:ext cx="91440" cy="19659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1148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History, notifications, and print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From customer request to wet-signed papers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Customer submits samples &amp;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1600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1645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Receiving costs the Job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45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Approve 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Head approves costing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417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1600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45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645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Print &amp; 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94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Receiving prints JO ×3, sends to analysts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03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Encode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480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Analysts enter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703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74720" y="3886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31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Send to 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480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Analyst name/PRC, then submit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03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3886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Release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80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Head releases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3703320"/>
            <a:ext cx="27432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0" y="3886200"/>
            <a:ext cx="411480" cy="411480"/>
          </a:xfrm>
          <a:prstGeom prst="ellipse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931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94"/>
                </a:solidFill>
                <a:latin typeface="Calibri"/>
              </a:rPr>
              <a:t>Packet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4805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Calibri"/>
              </a:rPr>
              <a:t>Print result + reprint JO; wet-sign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Main 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Each role has a focused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88920" cy="10515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7D2FE"/>
                </a:solidFill>
                <a:latin typeface="Calibri"/>
              </a:rPr>
              <a:t>Setup &amp;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Users &amp; roles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Prices &amp; packages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Assignments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Controlled 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8892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88920" cy="10515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Receiving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7D2FE"/>
                </a:solidFill>
                <a:latin typeface="Calibri"/>
              </a:rPr>
              <a:t>Bridge to the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Costing / pricing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Print JO ×3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Send to analysts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Reprint after release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8892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88920" cy="10515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7D2FE"/>
                </a:solidFill>
                <a:latin typeface="Calibri"/>
              </a:rPr>
              <a:t>Encode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Work queue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Draft &amp; complete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Send to Head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Print dated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371600"/>
            <a:ext cx="278892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71600"/>
            <a:ext cx="2788920" cy="105156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50876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Head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9202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7D2FE"/>
                </a:solidFill>
                <a:latin typeface="Calibri"/>
              </a:rPr>
              <a:t>Two checkpoints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Approve JO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Review results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Release / return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Admin —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Setup and governance of the LMIS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Manage user accounts and role access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Maintain procedures, prices, and the analysis catalog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Configure analysis packages and designated package analysts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Assignments matrix: which analysts may encode which tests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Controlled forms: RFA (Job Order), package result sheets, standalone sheets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History access, control numbers, print history, and audit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Can step into operational areas when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Receiving —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Bridge between intake and laboratory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Review submitted Job Orders from intake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Enter prices and quantities (costing) → awaits Head JO approval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After JO approval: print 3 JO/RFA copies (customer, accounting, Head file)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Send to analysts — starts analysis; soft assignment by qualification &amp; load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After Head releases results: reprint JO for the customer packet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Does not set Ready for pickup — that comes only from result release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Payment / cashier settlement stays outside this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Analyst —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Encode tests and prepare the result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See suggested work and other open tests they are qualified for (shared PCs)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Enter results (including Passed/Failed where required); save drafts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When all lines are complete: Send to Head is the primary queue action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Enter analyst name and PRC at Send to Head (not the Head user)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Preview the filled result form before sending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After Head Release: print the dated result form and wet-sign with Head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Package designated analyst consolidates and submits when applicable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Head Analysis —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Two distinct checkpoints — do not confuse Approve JO with Release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Checkpoint 1 — Approve Job Order after Receiving costing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Unlocks Receiving JO print and Send to analysts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Checkpoint 2 — Review encoded results and Release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Release sets Ready for pickup, Report/Release dates, customer email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Return selected lines for correction (before release only)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Does not print RFA (Receiving does); does not enter analyst name/PRC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Ink on paper remains the legal signature; system Release freezes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Where work happens in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Public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Kiosk for customer, samples, packages &amp;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Role KPIs, attention items, next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Receiving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20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Price → print JO → send / reprint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554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920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Test queue, encode, Send to Head, print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Head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06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JO approval + Results release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703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703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840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206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Searchable ready-for-pickup jobs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03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03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06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Users, catalog, packages, forms, audit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7033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703320"/>
            <a:ext cx="91440" cy="20574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84048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Controlled forms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20624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Official PDF overlays (RFA &amp; results)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694"/>
                </a:solidFill>
                <a:latin typeface="Calibri"/>
              </a:rPr>
              <a:t>Documents &amp; operating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What gets printed and when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66344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Two customer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JO / RFA — Receiving prints after Head JO approval (×3)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Result form — Analyst prints after Head result Release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Ready for pickup = results released (not JO print)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Wet signatures happen on paper after dates are frozen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466344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94"/>
                </a:solidFill>
                <a:latin typeface="Calibri"/>
              </a:rPr>
              <a:t>Assignment &amp; signatories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Admin Assignments = who may do which test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Send to analysts suggests least-busy qualified person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Any qualified analyst may encode on a shared PC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Analyst enters name/PRC at Send to Head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Head only Approves JO and Releases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NPPC Laboratory Management System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6E0F5"/>
                </a:solidFill>
                <a:latin typeface="Calibri"/>
              </a:rPr>
              <a:t>NPPC Laboratory Management System — controlled workflow from intake to released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Thank you  ·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